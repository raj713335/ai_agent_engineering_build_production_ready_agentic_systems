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634"/>
  </p:normalViewPr>
  <p:slideViewPr>
    <p:cSldViewPr snapToGrid="0" showGuides="1">
      <p:cViewPr varScale="1">
        <p:scale>
          <a:sx n="106" d="100"/>
          <a:sy n="106" d="100"/>
        </p:scale>
        <p:origin x="846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85" y="184131"/>
            <a:ext cx="11116029" cy="1325563"/>
          </a:xfrm>
        </p:spPr>
        <p:txBody>
          <a:bodyPr/>
          <a:lstStyle/>
          <a:p>
            <a:r>
              <a:rPr lang="en-US" altLang="zh-CN" sz="4800" dirty="0"/>
              <a:t>What is LangGraph?</a:t>
            </a:r>
            <a:endParaRPr lang="en-US" sz="4800" b="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7574" y="1711171"/>
            <a:ext cx="5366127" cy="4617201"/>
          </a:xfrm>
        </p:spPr>
        <p:txBody>
          <a:bodyPr/>
          <a:lstStyle/>
          <a:p>
            <a:r>
              <a:rPr lang="en-US" sz="1600" dirty="0">
                <a:latin typeface="Spectral"/>
              </a:rPr>
              <a:t>Gain control with LangGraph to design agents that reliably handle complex tasks</a:t>
            </a:r>
          </a:p>
          <a:p>
            <a:r>
              <a:rPr lang="en-US" sz="1600" dirty="0">
                <a:latin typeface="Spectral"/>
              </a:rPr>
              <a:t>Trusted by companies shaping the future of agents, including</a:t>
            </a:r>
          </a:p>
          <a:p>
            <a:r>
              <a:rPr lang="en-US" sz="1600" dirty="0">
                <a:latin typeface="Spectral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pectral"/>
              </a:rPr>
              <a:t>Klarna</a:t>
            </a:r>
            <a:endParaRPr lang="en-US" sz="100" dirty="0">
              <a:latin typeface="Spectr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Spectral"/>
              </a:rPr>
              <a:t>Replit</a:t>
            </a:r>
            <a:endParaRPr lang="en-US" sz="1600" dirty="0">
              <a:latin typeface="Spectr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pectral"/>
              </a:rPr>
              <a:t>Elastic, more.</a:t>
            </a:r>
          </a:p>
          <a:p>
            <a:endParaRPr lang="en-US" sz="1600" dirty="0">
              <a:latin typeface="Spectral"/>
            </a:endParaRPr>
          </a:p>
          <a:p>
            <a:r>
              <a:rPr lang="en-US" sz="1600" dirty="0">
                <a:latin typeface="Spectral"/>
              </a:rPr>
              <a:t>LangGraph is a low-level orchestration framework and runtime for building, managing, and deploying long-running, stateful agents.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572349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026" name="Picture 2" descr="I Tried LangGraph And It Felt Like Git For AI Agents | by The Stateless  Samurai | Medium">
            <a:extLst>
              <a:ext uri="{FF2B5EF4-FFF2-40B4-BE49-F238E27FC236}">
                <a16:creationId xmlns:a16="http://schemas.microsoft.com/office/drawing/2014/main" id="{8BBF975D-81C7-53E7-BFE1-BBCE40896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247" y="1476801"/>
            <a:ext cx="6656753" cy="443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2525</TotalTime>
  <Words>54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Abadi</vt:lpstr>
      <vt:lpstr>Arial</vt:lpstr>
      <vt:lpstr>Calibri</vt:lpstr>
      <vt:lpstr>Posterama Text Black</vt:lpstr>
      <vt:lpstr>Posterama Text SemiBold</vt:lpstr>
      <vt:lpstr>Spectral</vt:lpstr>
      <vt:lpstr>Office 主题​​</vt:lpstr>
      <vt:lpstr>What is LangGraph?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152</cp:revision>
  <dcterms:created xsi:type="dcterms:W3CDTF">2024-08-09T17:51:35Z</dcterms:created>
  <dcterms:modified xsi:type="dcterms:W3CDTF">2026-02-12T23:06:03Z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