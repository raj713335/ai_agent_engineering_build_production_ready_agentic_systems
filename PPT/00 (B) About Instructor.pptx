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9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82F"/>
    <a:srgbClr val="151635"/>
    <a:srgbClr val="03213B"/>
    <a:srgbClr val="02172A"/>
    <a:srgbClr val="02203A"/>
    <a:srgbClr val="253A3D"/>
    <a:srgbClr val="EBF3F6"/>
    <a:srgbClr val="021D32"/>
    <a:srgbClr val="FF3A75"/>
    <a:srgbClr val="02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5634"/>
  </p:normalViewPr>
  <p:slideViewPr>
    <p:cSldViewPr snapToGrid="0" showGuides="1">
      <p:cViewPr>
        <p:scale>
          <a:sx n="220" d="100"/>
          <a:sy n="220" d="100"/>
        </p:scale>
        <p:origin x="-3582" y="-242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-3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105BD-6D6F-49DB-9DE4-D4A6452D7E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4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7448E1C-E399-80BB-5F5A-2AE50E957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816788" y="20722"/>
            <a:ext cx="99365" cy="6837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88E635-B48B-4767-FE47-AFBAFFF4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69"/>
          <a:stretch>
            <a:fillRect/>
          </a:stretch>
        </p:blipFill>
        <p:spPr>
          <a:xfrm>
            <a:off x="11220360" y="10361"/>
            <a:ext cx="259533" cy="6837278"/>
          </a:xfrm>
          <a:prstGeom prst="rect">
            <a:avLst/>
          </a:prstGeo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6B243C-161F-8533-0DDA-F323EDE69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1" y="10361"/>
            <a:ext cx="10255917" cy="6837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D9F588-E462-8375-1EB9-C7D0B1E08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69"/>
          <a:stretch>
            <a:fillRect/>
          </a:stretch>
        </p:blipFill>
        <p:spPr>
          <a:xfrm>
            <a:off x="11479893" y="10361"/>
            <a:ext cx="259533" cy="68372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A054E2-C391-1A10-E426-BACE5E5B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69"/>
          <a:stretch>
            <a:fillRect/>
          </a:stretch>
        </p:blipFill>
        <p:spPr>
          <a:xfrm>
            <a:off x="11711038" y="0"/>
            <a:ext cx="259533" cy="68372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977012-D91B-98F5-F6BC-428C6AD4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69"/>
          <a:stretch>
            <a:fillRect/>
          </a:stretch>
        </p:blipFill>
        <p:spPr>
          <a:xfrm>
            <a:off x="11958500" y="20722"/>
            <a:ext cx="259533" cy="68372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AF1A9B-6DA2-AF9C-8942-81C8EA881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728944" y="20722"/>
            <a:ext cx="99365" cy="68372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8F49CD-4B2D-4ECD-CF56-C18A2182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549657" y="20722"/>
            <a:ext cx="99365" cy="68372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EBA9ED-815D-3D66-D254-7CE2752D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367379" y="20722"/>
            <a:ext cx="99365" cy="68372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7227DB-1106-47BE-D68E-27CACAD7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0" y="20722"/>
            <a:ext cx="99365" cy="68372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C1D4CC-67EF-CCAC-3F86-F0F42DEA6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97224" y="20722"/>
            <a:ext cx="99365" cy="68372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A37A75-9E3F-A637-E28C-1FAB9F85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178255" y="20722"/>
            <a:ext cx="99365" cy="68372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096251-554B-C41A-697E-F628CEB15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277620" y="20722"/>
            <a:ext cx="99365" cy="68372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62D618B-C497-2351-B200-D2B15DE4E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461488" y="20722"/>
            <a:ext cx="99365" cy="683727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2030DDE-1F93-A2FA-40BF-2B67A4D349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643766" y="20722"/>
            <a:ext cx="99365" cy="68372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466113F-EB64-C7EF-80FC-E03033FC4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031"/>
          <a:stretch>
            <a:fillRect/>
          </a:stretch>
        </p:blipFill>
        <p:spPr>
          <a:xfrm>
            <a:off x="906594" y="20722"/>
            <a:ext cx="99365" cy="683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1893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Abadi</vt:lpstr>
      <vt:lpstr>Arial</vt:lpstr>
      <vt:lpstr>Calibri</vt:lpstr>
      <vt:lpstr>Posterama Text Black</vt:lpstr>
      <vt:lpstr>Posterama Text SemiBold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110</cp:revision>
  <dcterms:created xsi:type="dcterms:W3CDTF">2024-08-09T17:51:35Z</dcterms:created>
  <dcterms:modified xsi:type="dcterms:W3CDTF">2026-02-15T07:45:22Z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