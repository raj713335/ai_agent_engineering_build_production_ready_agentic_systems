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8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635"/>
    <a:srgbClr val="03213B"/>
    <a:srgbClr val="02172A"/>
    <a:srgbClr val="02203A"/>
    <a:srgbClr val="253A3D"/>
    <a:srgbClr val="EBF3F6"/>
    <a:srgbClr val="021D32"/>
    <a:srgbClr val="FF3A75"/>
    <a:srgbClr val="020B10"/>
    <a:srgbClr val="182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5634"/>
  </p:normalViewPr>
  <p:slideViewPr>
    <p:cSldViewPr snapToGrid="0" showGuides="1">
      <p:cViewPr varScale="1">
        <p:scale>
          <a:sx n="105" d="100"/>
          <a:sy n="105" d="100"/>
        </p:scale>
        <p:origin x="126" y="120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Das" userId="ebdad78e63cdf28d" providerId="LiveId" clId="{1DF4A7C2-82D8-4104-8508-215222E47EAD}"/>
    <pc:docChg chg="modSld">
      <pc:chgData name="Arnab Das" userId="ebdad78e63cdf28d" providerId="LiveId" clId="{1DF4A7C2-82D8-4104-8508-215222E47EAD}" dt="2025-03-06T21:44:58.191" v="1" actId="20577"/>
      <pc:docMkLst>
        <pc:docMk/>
      </pc:docMkLst>
      <pc:sldChg chg="modSp mod">
        <pc:chgData name="Arnab Das" userId="ebdad78e63cdf28d" providerId="LiveId" clId="{1DF4A7C2-82D8-4104-8508-215222E47EAD}" dt="2025-03-06T21:44:58.191" v="1" actId="20577"/>
        <pc:sldMkLst>
          <pc:docMk/>
          <pc:sldMk cId="3230294661" sldId="303"/>
        </pc:sldMkLst>
        <pc:spChg chg="mod">
          <ac:chgData name="Arnab Das" userId="ebdad78e63cdf28d" providerId="LiveId" clId="{1DF4A7C2-82D8-4104-8508-215222E47EAD}" dt="2025-03-06T21:44:58.191" v="1" actId="20577"/>
          <ac:spMkLst>
            <pc:docMk/>
            <pc:sldMk cId="3230294661" sldId="303"/>
            <ac:spMk id="15" creationId="{0710CB70-911B-13D8-EFCD-B894B012130B}"/>
          </ac:spMkLst>
        </pc:spChg>
      </pc:sldChg>
    </pc:docChg>
  </pc:docChgLst>
  <pc:docChgLst>
    <pc:chgData name="Arnab Das" userId="ebdad78e63cdf28d" providerId="LiveId" clId="{92DF6A86-1F79-4A56-ADEC-03D1CCD46EFA}"/>
    <pc:docChg chg="delSld">
      <pc:chgData name="Arnab Das" userId="ebdad78e63cdf28d" providerId="LiveId" clId="{92DF6A86-1F79-4A56-ADEC-03D1CCD46EFA}" dt="2024-08-17T20:03:47.731" v="4" actId="2696"/>
      <pc:docMkLst>
        <pc:docMk/>
      </pc:docMkLst>
      <pc:sldChg chg="del">
        <pc:chgData name="Arnab Das" userId="ebdad78e63cdf28d" providerId="LiveId" clId="{92DF6A86-1F79-4A56-ADEC-03D1CCD46EFA}" dt="2024-08-17T20:03:47.731" v="4" actId="2696"/>
        <pc:sldMkLst>
          <pc:docMk/>
          <pc:sldMk cId="2775535166" sldId="275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478079616" sldId="277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640288181" sldId="278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246021298" sldId="279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107888131" sldId="281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157109385" sldId="282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517140333" sldId="283"/>
        </pc:sldMkLst>
      </pc:sldChg>
      <pc:sldChg chg="del">
        <pc:chgData name="Arnab Das" userId="ebdad78e63cdf28d" providerId="LiveId" clId="{92DF6A86-1F79-4A56-ADEC-03D1CCD46EFA}" dt="2024-08-17T20:03:38.838" v="3" actId="2696"/>
        <pc:sldMkLst>
          <pc:docMk/>
          <pc:sldMk cId="3760906987" sldId="285"/>
        </pc:sldMkLst>
      </pc:sldChg>
      <pc:sldChg chg="del">
        <pc:chgData name="Arnab Das" userId="ebdad78e63cdf28d" providerId="LiveId" clId="{92DF6A86-1F79-4A56-ADEC-03D1CCD46EFA}" dt="2024-08-17T20:03:32.425" v="0" actId="2696"/>
        <pc:sldMkLst>
          <pc:docMk/>
          <pc:sldMk cId="4157533387" sldId="288"/>
        </pc:sldMkLst>
      </pc:sldChg>
      <pc:sldChg chg="del">
        <pc:chgData name="Arnab Das" userId="ebdad78e63cdf28d" providerId="LiveId" clId="{92DF6A86-1F79-4A56-ADEC-03D1CCD46EFA}" dt="2024-08-17T20:03:36.909" v="2" actId="2696"/>
        <pc:sldMkLst>
          <pc:docMk/>
          <pc:sldMk cId="4182148033" sldId="293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2955924" sldId="294"/>
        </pc:sldMkLst>
      </pc:sldChg>
      <pc:sldChg chg="del">
        <pc:chgData name="Arnab Das" userId="ebdad78e63cdf28d" providerId="LiveId" clId="{92DF6A86-1F79-4A56-ADEC-03D1CCD46EFA}" dt="2024-08-17T20:03:34.604" v="1" actId="2696"/>
        <pc:sldMkLst>
          <pc:docMk/>
          <pc:sldMk cId="2519727083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jfif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591712"/>
            <a:ext cx="5055698" cy="1325563"/>
          </a:xfrm>
        </p:spPr>
        <p:txBody>
          <a:bodyPr/>
          <a:lstStyle/>
          <a:p>
            <a:r>
              <a:rPr lang="en-US" sz="5400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20873" y="3138082"/>
            <a:ext cx="4405745" cy="1879791"/>
          </a:xfrm>
        </p:spPr>
        <p:txBody>
          <a:bodyPr/>
          <a:lstStyle/>
          <a:p>
            <a:r>
              <a:rPr lang="en-US" dirty="0"/>
              <a:t>Arnab Das</a:t>
            </a:r>
          </a:p>
          <a:p>
            <a:pPr lvl="0"/>
            <a:r>
              <a:rPr lang="en-US" dirty="0"/>
              <a:t>raj713335@gmail.com</a:t>
            </a:r>
          </a:p>
          <a:p>
            <a:r>
              <a:rPr lang="en-US" sz="1800" dirty="0"/>
              <a:t>https://www.linkedin.com/in/raj713335/</a:t>
            </a:r>
          </a:p>
          <a:p>
            <a:endParaRPr lang="en-US" dirty="0"/>
          </a:p>
        </p:txBody>
      </p:sp>
      <p:pic>
        <p:nvPicPr>
          <p:cNvPr id="1026" name="Picture 2" descr="Linkedin - Free social media icons">
            <a:extLst>
              <a:ext uri="{FF2B5EF4-FFF2-40B4-BE49-F238E27FC236}">
                <a16:creationId xmlns:a16="http://schemas.microsoft.com/office/drawing/2014/main" id="{BFA7047D-22B7-AE93-E40B-6D050E539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419" y="4014617"/>
            <a:ext cx="242454" cy="24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mail mail icon for web design 20964377 PNG">
            <a:extLst>
              <a:ext uri="{FF2B5EF4-FFF2-40B4-BE49-F238E27FC236}">
                <a16:creationId xmlns:a16="http://schemas.microsoft.com/office/drawing/2014/main" id="{9BB6E465-A2E7-E44D-DF63-17510A440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419" y="3614831"/>
            <a:ext cx="242454" cy="24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User SVG, PNG Icon, Symbol. Download Image.">
            <a:extLst>
              <a:ext uri="{FF2B5EF4-FFF2-40B4-BE49-F238E27FC236}">
                <a16:creationId xmlns:a16="http://schemas.microsoft.com/office/drawing/2014/main" id="{48488BFA-F6A7-45AE-2031-3581EC27F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255" y="3186529"/>
            <a:ext cx="274782" cy="27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9DCE684F-1C55-34ED-10D9-AE89CABC2011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5"/>
          <a:srcRect l="19181" r="19181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4B6E853B-AD00-31ED-3702-DBBA7DF926C5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/>
          <a:srcRect l="14578" r="14578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1BA901B-28A8-A8E9-D888-2D259BBD694D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7"/>
          <a:srcRect t="6061" b="6061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83D742C1-ACC6-62BC-E781-D7C1F2CD0F33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8"/>
          <a:srcRect t="6061" b="6061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1874</TotalTime>
  <Words>21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Abadi</vt:lpstr>
      <vt:lpstr>Arial</vt:lpstr>
      <vt:lpstr>Calibri</vt:lpstr>
      <vt:lpstr>Posterama Text Black</vt:lpstr>
      <vt:lpstr>Posterama Text SemiBold</vt:lpstr>
      <vt:lpstr>Office 主题​​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103</cp:revision>
  <dcterms:created xsi:type="dcterms:W3CDTF">2024-08-09T17:51:35Z</dcterms:created>
  <dcterms:modified xsi:type="dcterms:W3CDTF">2026-02-15T07:04:41Z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