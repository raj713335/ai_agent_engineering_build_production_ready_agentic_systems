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55" r:id="rId5"/>
    <p:sldId id="340" r:id="rId6"/>
    <p:sldId id="357" r:id="rId7"/>
    <p:sldId id="356" r:id="rId8"/>
    <p:sldId id="351" r:id="rId9"/>
    <p:sldId id="354" r:id="rId10"/>
    <p:sldId id="35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151635"/>
    <a:srgbClr val="03213B"/>
    <a:srgbClr val="02172A"/>
    <a:srgbClr val="02203A"/>
    <a:srgbClr val="253A3D"/>
    <a:srgbClr val="EBF3F6"/>
    <a:srgbClr val="021D32"/>
    <a:srgbClr val="FF3A75"/>
    <a:srgbClr val="02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634"/>
  </p:normalViewPr>
  <p:slideViewPr>
    <p:cSldViewPr snapToGrid="0" showGuides="1">
      <p:cViewPr varScale="1">
        <p:scale>
          <a:sx n="106" d="100"/>
          <a:sy n="106" d="100"/>
        </p:scale>
        <p:origin x="846" y="7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3D269-93D3-991D-3F02-6C74232A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FE4EB-CC5A-6E75-832D-9330792F60E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sp>
        <p:nvSpPr>
          <p:cNvPr id="4" name="AutoShape 4" descr="Output image">
            <a:extLst>
              <a:ext uri="{FF2B5EF4-FFF2-40B4-BE49-F238E27FC236}">
                <a16:creationId xmlns:a16="http://schemas.microsoft.com/office/drawing/2014/main" id="{F7BFEB73-8B81-947A-6284-7C517E4DB4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6C94F9A-140B-AFAC-FCDA-DE4BA73B3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1" y="543458"/>
            <a:ext cx="11169838" cy="577108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EC1591-DFCC-31A7-038C-F3FC72B21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5772194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33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7C2E7-FAF1-3F53-F9AF-801DE759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A5282B-4882-B790-76F8-F633479AF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01" y="274955"/>
            <a:ext cx="11273160" cy="621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E323B-F703-71E8-6CD7-4C8F84D52B10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0FC36CF-D09E-F267-0A06-10ED4097F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-1424200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4" name="AutoShape 4" descr="Output image">
            <a:extLst>
              <a:ext uri="{FF2B5EF4-FFF2-40B4-BE49-F238E27FC236}">
                <a16:creationId xmlns:a16="http://schemas.microsoft.com/office/drawing/2014/main" id="{737CE5DE-CFB1-CF14-5629-0117CB9095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2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8388D-238C-34AC-CCCD-BE70A8E7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B04F768-BFCD-D0F6-6C26-914F53D21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6" y="508229"/>
            <a:ext cx="11717716" cy="584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49CFE-9130-5657-F30D-E6C6CE07BBB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0088407-50FE-B797-8FD4-D67DCFE6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3529" y="5626729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02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22BB7-6DD9-1F68-989B-A0E69613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SK05 Patterns for Highly Autonomous Agents（实验未做版本 ...">
            <a:extLst>
              <a:ext uri="{FF2B5EF4-FFF2-40B4-BE49-F238E27FC236}">
                <a16:creationId xmlns:a16="http://schemas.microsoft.com/office/drawing/2014/main" id="{92890319-5626-96EB-C04B-ACFF132BC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8" b="6544"/>
          <a:stretch>
            <a:fillRect/>
          </a:stretch>
        </p:blipFill>
        <p:spPr bwMode="auto">
          <a:xfrm>
            <a:off x="455779" y="526101"/>
            <a:ext cx="11123603" cy="580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064EC-DB11-E751-8D35-947AF91D476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72BFAA5-6A16-15D4-9134-576C1AE6E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3529" y="-81085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69B54EB-5D03-8130-3D78-75CE131FFF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11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9C174-35F7-7C97-CC98-620C0CBA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7520114-B9F7-AC56-5DC0-645FD07E5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7"/>
          <a:stretch>
            <a:fillRect/>
          </a:stretch>
        </p:blipFill>
        <p:spPr bwMode="auto">
          <a:xfrm>
            <a:off x="539239" y="762000"/>
            <a:ext cx="11301134" cy="553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061C1-5AFC-40CA-EC70-6B412AEE25B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3C83215-99E5-20F5-BDC0-FB0281EC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3529" y="5626729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93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057D4-996D-B998-E118-8808ADC1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310D699-7140-349A-2088-532DF0C81D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5"/>
          <a:stretch>
            <a:fillRect/>
          </a:stretch>
        </p:blipFill>
        <p:spPr bwMode="auto">
          <a:xfrm>
            <a:off x="580601" y="656658"/>
            <a:ext cx="11167824" cy="578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FFD39-2410-30F7-9A9F-B61B9C1218CC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156E82A-9816-A0AD-DE21-DA738F20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3529" y="-94977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973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6C782-DD50-B800-2633-5837CCF2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gentic ai》一天一课，今天终于学完第5课啦。 （一天一课，每天 ...">
            <a:extLst>
              <a:ext uri="{FF2B5EF4-FFF2-40B4-BE49-F238E27FC236}">
                <a16:creationId xmlns:a16="http://schemas.microsoft.com/office/drawing/2014/main" id="{FD665128-AF1D-6BC7-DB7C-C74E614C0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12470"/>
            <a:ext cx="11430000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17F32-1440-E7CA-1DCA-FB3A1D54A1A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ED2D8BC-A610-019F-B9FB-E846D810B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5548639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081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2572</TotalTime>
  <Words>7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等线</vt:lpstr>
      <vt:lpstr>Abadi</vt:lpstr>
      <vt:lpstr>Arial</vt:lpstr>
      <vt:lpstr>Calibri</vt:lpstr>
      <vt:lpstr>Posterama Text Black</vt:lpstr>
      <vt:lpstr>Posterama Text SemiBold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168</cp:revision>
  <dcterms:created xsi:type="dcterms:W3CDTF">2024-08-09T17:51:35Z</dcterms:created>
  <dcterms:modified xsi:type="dcterms:W3CDTF">2026-02-12T22:20:11Z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