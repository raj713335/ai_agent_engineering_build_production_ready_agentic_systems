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7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6F5"/>
    <a:srgbClr val="151635"/>
    <a:srgbClr val="03213B"/>
    <a:srgbClr val="02172A"/>
    <a:srgbClr val="02203A"/>
    <a:srgbClr val="253A3D"/>
    <a:srgbClr val="EBF3F6"/>
    <a:srgbClr val="021D32"/>
    <a:srgbClr val="FF3A75"/>
    <a:srgbClr val="020B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5634"/>
  </p:normalViewPr>
  <p:slideViewPr>
    <p:cSldViewPr snapToGrid="0" showGuides="1">
      <p:cViewPr varScale="1">
        <p:scale>
          <a:sx n="112" d="100"/>
          <a:sy n="112" d="100"/>
        </p:scale>
        <p:origin x="750" y="78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13766"/>
    </p:cViewPr>
  </p:sorterViewPr>
  <p:notesViewPr>
    <p:cSldViewPr snapToGrid="0">
      <p:cViewPr varScale="1">
        <p:scale>
          <a:sx n="122" d="100"/>
          <a:sy n="122" d="100"/>
        </p:scale>
        <p:origin x="604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b Das" userId="ebdad78e63cdf28d" providerId="LiveId" clId="{1DF4A7C2-82D8-4104-8508-215222E47EAD}"/>
    <pc:docChg chg="modSld">
      <pc:chgData name="Arnab Das" userId="ebdad78e63cdf28d" providerId="LiveId" clId="{1DF4A7C2-82D8-4104-8508-215222E47EAD}" dt="2025-03-06T21:44:58.191" v="1" actId="20577"/>
      <pc:docMkLst>
        <pc:docMk/>
      </pc:docMkLst>
      <pc:sldChg chg="modSp mod">
        <pc:chgData name="Arnab Das" userId="ebdad78e63cdf28d" providerId="LiveId" clId="{1DF4A7C2-82D8-4104-8508-215222E47EAD}" dt="2025-03-06T21:44:58.191" v="1" actId="20577"/>
        <pc:sldMkLst>
          <pc:docMk/>
          <pc:sldMk cId="3230294661" sldId="303"/>
        </pc:sldMkLst>
        <pc:spChg chg="mod">
          <ac:chgData name="Arnab Das" userId="ebdad78e63cdf28d" providerId="LiveId" clId="{1DF4A7C2-82D8-4104-8508-215222E47EAD}" dt="2025-03-06T21:44:58.191" v="1" actId="20577"/>
          <ac:spMkLst>
            <pc:docMk/>
            <pc:sldMk cId="3230294661" sldId="303"/>
            <ac:spMk id="15" creationId="{0710CB70-911B-13D8-EFCD-B894B012130B}"/>
          </ac:spMkLst>
        </pc:spChg>
      </pc:sldChg>
    </pc:docChg>
  </pc:docChgLst>
  <pc:docChgLst>
    <pc:chgData name="Arnab Das" userId="ebdad78e63cdf28d" providerId="LiveId" clId="{92DF6A86-1F79-4A56-ADEC-03D1CCD46EFA}"/>
    <pc:docChg chg="delSld">
      <pc:chgData name="Arnab Das" userId="ebdad78e63cdf28d" providerId="LiveId" clId="{92DF6A86-1F79-4A56-ADEC-03D1CCD46EFA}" dt="2024-08-17T20:03:47.731" v="4" actId="2696"/>
      <pc:docMkLst>
        <pc:docMk/>
      </pc:docMkLst>
      <pc:sldChg chg="del">
        <pc:chgData name="Arnab Das" userId="ebdad78e63cdf28d" providerId="LiveId" clId="{92DF6A86-1F79-4A56-ADEC-03D1CCD46EFA}" dt="2024-08-17T20:03:47.731" v="4" actId="2696"/>
        <pc:sldMkLst>
          <pc:docMk/>
          <pc:sldMk cId="2775535166" sldId="275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478079616" sldId="277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1640288181" sldId="278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1246021298" sldId="279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107888131" sldId="281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3157109385" sldId="282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517140333" sldId="283"/>
        </pc:sldMkLst>
      </pc:sldChg>
      <pc:sldChg chg="del">
        <pc:chgData name="Arnab Das" userId="ebdad78e63cdf28d" providerId="LiveId" clId="{92DF6A86-1F79-4A56-ADEC-03D1CCD46EFA}" dt="2024-08-17T20:03:38.838" v="3" actId="2696"/>
        <pc:sldMkLst>
          <pc:docMk/>
          <pc:sldMk cId="3760906987" sldId="285"/>
        </pc:sldMkLst>
      </pc:sldChg>
      <pc:sldChg chg="del">
        <pc:chgData name="Arnab Das" userId="ebdad78e63cdf28d" providerId="LiveId" clId="{92DF6A86-1F79-4A56-ADEC-03D1CCD46EFA}" dt="2024-08-17T20:03:32.425" v="0" actId="2696"/>
        <pc:sldMkLst>
          <pc:docMk/>
          <pc:sldMk cId="4157533387" sldId="288"/>
        </pc:sldMkLst>
      </pc:sldChg>
      <pc:sldChg chg="del">
        <pc:chgData name="Arnab Das" userId="ebdad78e63cdf28d" providerId="LiveId" clId="{92DF6A86-1F79-4A56-ADEC-03D1CCD46EFA}" dt="2024-08-17T20:03:36.909" v="2" actId="2696"/>
        <pc:sldMkLst>
          <pc:docMk/>
          <pc:sldMk cId="4182148033" sldId="293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32955924" sldId="294"/>
        </pc:sldMkLst>
      </pc:sldChg>
      <pc:sldChg chg="del">
        <pc:chgData name="Arnab Das" userId="ebdad78e63cdf28d" providerId="LiveId" clId="{92DF6A86-1F79-4A56-ADEC-03D1CCD46EFA}" dt="2024-08-17T20:03:34.604" v="1" actId="2696"/>
        <pc:sldMkLst>
          <pc:docMk/>
          <pc:sldMk cId="2519727083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40C3B-E28A-4854-8EDA-E7F8F6F6FFEF}" type="datetimeFigureOut">
              <a:rPr lang="zh-CN" altLang="en-US" smtClean="0"/>
              <a:t>2026/2/14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105BD-6D6F-49DB-9DE4-D4A6452D7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文本占位符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85" y="184131"/>
            <a:ext cx="11116029" cy="1325563"/>
          </a:xfrm>
        </p:spPr>
        <p:txBody>
          <a:bodyPr/>
          <a:lstStyle/>
          <a:p>
            <a:r>
              <a:rPr lang="en-US" altLang="zh-CN" sz="4800" dirty="0"/>
              <a:t>What is Langfuse?</a:t>
            </a:r>
            <a:endParaRPr lang="en-US" sz="4800" b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7574" y="2317754"/>
            <a:ext cx="5366127" cy="2815562"/>
          </a:xfrm>
        </p:spPr>
        <p:txBody>
          <a:bodyPr/>
          <a:lstStyle/>
          <a:p>
            <a:r>
              <a:rPr lang="en-US" sz="1600" b="1" dirty="0">
                <a:latin typeface="Spectral"/>
              </a:rPr>
              <a:t>Langfuse</a:t>
            </a:r>
            <a:r>
              <a:rPr lang="en-US" sz="1600" dirty="0">
                <a:latin typeface="Spectral"/>
              </a:rPr>
              <a:t> is an </a:t>
            </a:r>
            <a:r>
              <a:rPr lang="en-US" sz="1600" b="1" dirty="0">
                <a:latin typeface="Spectral"/>
              </a:rPr>
              <a:t>open-source LLM observability and analytics platform</a:t>
            </a:r>
            <a:r>
              <a:rPr lang="en-US" sz="1600" dirty="0">
                <a:latin typeface="Spectral"/>
              </a:rPr>
              <a:t> used to monitor, debug, evaluate, and improve AI/LLM applications in production.</a:t>
            </a:r>
          </a:p>
          <a:p>
            <a:r>
              <a:rPr lang="en-US" sz="1600" dirty="0">
                <a:latin typeface="Spectral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pectral"/>
              </a:rPr>
              <a:t>Observability and Tracing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pectral"/>
              </a:rPr>
              <a:t>Prompt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pectral"/>
              </a:rPr>
              <a:t>Evaluations</a:t>
            </a:r>
          </a:p>
          <a:p>
            <a:endParaRPr lang="en-US" sz="1600" dirty="0">
              <a:latin typeface="Spectr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</a:t>
            </a:fld>
            <a:endParaRPr lang="en-US" altLang="zh-CN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48471" y="572349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2" name="Picture 2" descr="Langfuse API Integrations - Pipedream">
            <a:extLst>
              <a:ext uri="{FF2B5EF4-FFF2-40B4-BE49-F238E27FC236}">
                <a16:creationId xmlns:a16="http://schemas.microsoft.com/office/drawing/2014/main" id="{04A6DA11-B3F4-B9D2-952E-2F3DDC4F8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394" y="1158577"/>
            <a:ext cx="4916032" cy="491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5" id="{E4F720B1-AC3A-441F-B00A-6ECF71D2AB0C}" vid="{71933BEE-9DD7-4D62-B50F-A654080E9C9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C81503-9DEF-42F3-A99B-D5E0223E195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6A4D1D3-B327-4D60-927D-26045FF4AF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156100-9533-4411-B0C0-FA18F914F7B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2548</TotalTime>
  <Words>38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等线</vt:lpstr>
      <vt:lpstr>Abadi</vt:lpstr>
      <vt:lpstr>Arial</vt:lpstr>
      <vt:lpstr>Calibri</vt:lpstr>
      <vt:lpstr>Posterama Text Black</vt:lpstr>
      <vt:lpstr>Posterama Text SemiBold</vt:lpstr>
      <vt:lpstr>Spectral</vt:lpstr>
      <vt:lpstr>Office 主题​​</vt:lpstr>
      <vt:lpstr>What is Langfuse?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Arnab Das</dc:creator>
  <cp:lastModifiedBy>Arnab Das</cp:lastModifiedBy>
  <cp:revision>155</cp:revision>
  <dcterms:created xsi:type="dcterms:W3CDTF">2024-08-09T17:51:35Z</dcterms:created>
  <dcterms:modified xsi:type="dcterms:W3CDTF">2026-02-13T21:05:24Z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