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76" r:id="rId5"/>
    <p:sldId id="340" r:id="rId6"/>
    <p:sldId id="352" r:id="rId7"/>
    <p:sldId id="35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5"/>
    <a:srgbClr val="151635"/>
    <a:srgbClr val="03213B"/>
    <a:srgbClr val="02172A"/>
    <a:srgbClr val="02203A"/>
    <a:srgbClr val="253A3D"/>
    <a:srgbClr val="EBF3F6"/>
    <a:srgbClr val="021D32"/>
    <a:srgbClr val="FF3A75"/>
    <a:srgbClr val="020B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634"/>
  </p:normalViewPr>
  <p:slideViewPr>
    <p:cSldViewPr snapToGrid="0" showGuides="1">
      <p:cViewPr varScale="1">
        <p:scale>
          <a:sx n="106" d="100"/>
          <a:sy n="106" d="100"/>
        </p:scale>
        <p:origin x="846" y="78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3766"/>
    </p:cViewPr>
  </p:sorterViewPr>
  <p:notesViewPr>
    <p:cSldViewPr snapToGrid="0">
      <p:cViewPr varScale="1">
        <p:scale>
          <a:sx n="122" d="100"/>
          <a:sy n="122" d="100"/>
        </p:scale>
        <p:origin x="604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b Das" userId="ebdad78e63cdf28d" providerId="LiveId" clId="{1DF4A7C2-82D8-4104-8508-215222E47EAD}"/>
    <pc:docChg chg="modSld">
      <pc:chgData name="Arnab Das" userId="ebdad78e63cdf28d" providerId="LiveId" clId="{1DF4A7C2-82D8-4104-8508-215222E47EAD}" dt="2025-03-06T21:44:58.191" v="1" actId="20577"/>
      <pc:docMkLst>
        <pc:docMk/>
      </pc:docMkLst>
      <pc:sldChg chg="modSp mod">
        <pc:chgData name="Arnab Das" userId="ebdad78e63cdf28d" providerId="LiveId" clId="{1DF4A7C2-82D8-4104-8508-215222E47EAD}" dt="2025-03-06T21:44:58.191" v="1" actId="20577"/>
        <pc:sldMkLst>
          <pc:docMk/>
          <pc:sldMk cId="3230294661" sldId="303"/>
        </pc:sldMkLst>
        <pc:spChg chg="mod">
          <ac:chgData name="Arnab Das" userId="ebdad78e63cdf28d" providerId="LiveId" clId="{1DF4A7C2-82D8-4104-8508-215222E47EAD}" dt="2025-03-06T21:44:58.191" v="1" actId="20577"/>
          <ac:spMkLst>
            <pc:docMk/>
            <pc:sldMk cId="3230294661" sldId="303"/>
            <ac:spMk id="15" creationId="{0710CB70-911B-13D8-EFCD-B894B012130B}"/>
          </ac:spMkLst>
        </pc:spChg>
      </pc:sldChg>
    </pc:docChg>
  </pc:docChgLst>
  <pc:docChgLst>
    <pc:chgData name="Arnab Das" userId="ebdad78e63cdf28d" providerId="LiveId" clId="{92DF6A86-1F79-4A56-ADEC-03D1CCD46EFA}"/>
    <pc:docChg chg="delSld">
      <pc:chgData name="Arnab Das" userId="ebdad78e63cdf28d" providerId="LiveId" clId="{92DF6A86-1F79-4A56-ADEC-03D1CCD46EFA}" dt="2024-08-17T20:03:47.731" v="4" actId="2696"/>
      <pc:docMkLst>
        <pc:docMk/>
      </pc:docMkLst>
      <pc:sldChg chg="del">
        <pc:chgData name="Arnab Das" userId="ebdad78e63cdf28d" providerId="LiveId" clId="{92DF6A86-1F79-4A56-ADEC-03D1CCD46EFA}" dt="2024-08-17T20:03:47.731" v="4" actId="2696"/>
        <pc:sldMkLst>
          <pc:docMk/>
          <pc:sldMk cId="2775535166" sldId="275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478079616" sldId="277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640288181" sldId="278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1246021298" sldId="279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107888131" sldId="281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157109385" sldId="282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2517140333" sldId="283"/>
        </pc:sldMkLst>
      </pc:sldChg>
      <pc:sldChg chg="del">
        <pc:chgData name="Arnab Das" userId="ebdad78e63cdf28d" providerId="LiveId" clId="{92DF6A86-1F79-4A56-ADEC-03D1CCD46EFA}" dt="2024-08-17T20:03:38.838" v="3" actId="2696"/>
        <pc:sldMkLst>
          <pc:docMk/>
          <pc:sldMk cId="3760906987" sldId="285"/>
        </pc:sldMkLst>
      </pc:sldChg>
      <pc:sldChg chg="del">
        <pc:chgData name="Arnab Das" userId="ebdad78e63cdf28d" providerId="LiveId" clId="{92DF6A86-1F79-4A56-ADEC-03D1CCD46EFA}" dt="2024-08-17T20:03:32.425" v="0" actId="2696"/>
        <pc:sldMkLst>
          <pc:docMk/>
          <pc:sldMk cId="4157533387" sldId="288"/>
        </pc:sldMkLst>
      </pc:sldChg>
      <pc:sldChg chg="del">
        <pc:chgData name="Arnab Das" userId="ebdad78e63cdf28d" providerId="LiveId" clId="{92DF6A86-1F79-4A56-ADEC-03D1CCD46EFA}" dt="2024-08-17T20:03:36.909" v="2" actId="2696"/>
        <pc:sldMkLst>
          <pc:docMk/>
          <pc:sldMk cId="4182148033" sldId="293"/>
        </pc:sldMkLst>
      </pc:sldChg>
      <pc:sldChg chg="del">
        <pc:chgData name="Arnab Das" userId="ebdad78e63cdf28d" providerId="LiveId" clId="{92DF6A86-1F79-4A56-ADEC-03D1CCD46EFA}" dt="2024-08-17T20:03:47.731" v="4" actId="2696"/>
        <pc:sldMkLst>
          <pc:docMk/>
          <pc:sldMk cId="32955924" sldId="294"/>
        </pc:sldMkLst>
      </pc:sldChg>
      <pc:sldChg chg="del">
        <pc:chgData name="Arnab Das" userId="ebdad78e63cdf28d" providerId="LiveId" clId="{92DF6A86-1F79-4A56-ADEC-03D1CCD46EFA}" dt="2024-08-17T20:03:34.604" v="1" actId="2696"/>
        <pc:sldMkLst>
          <pc:docMk/>
          <pc:sldMk cId="2519727083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40C3B-E28A-4854-8EDA-E7F8F6F6FFEF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105BD-6D6F-49DB-9DE4-D4A6452D7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文本占位符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72C3128-BA02-5C73-9B9E-672ED425C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5723491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7C2E7-FAF1-3F53-F9AF-801DE759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DA46C1-A822-4AEB-7D7A-D6D8F87C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6" y="84632"/>
            <a:ext cx="11177725" cy="1083266"/>
          </a:xfrm>
        </p:spPr>
        <p:txBody>
          <a:bodyPr/>
          <a:lstStyle/>
          <a:p>
            <a:r>
              <a:rPr lang="en-US" sz="3600" dirty="0"/>
              <a:t>Compare Model Performance with and without Agents</a:t>
            </a:r>
            <a:endParaRPr lang="en-US" sz="3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E323B-F703-71E8-6CD7-4C8F84D52B10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0FC36CF-D09E-F267-0A06-10ED4097F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-1424200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BBCCEC-8A1B-4181-F3A0-7D44544394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1" b="8621"/>
          <a:stretch>
            <a:fillRect/>
          </a:stretch>
        </p:blipFill>
        <p:spPr bwMode="auto">
          <a:xfrm>
            <a:off x="744207" y="1502874"/>
            <a:ext cx="10287000" cy="497035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62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D7643-842E-1AB0-68ED-915F2CD1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A15925-94C3-8AA6-D6EC-41D45B0D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6" y="84632"/>
            <a:ext cx="11177725" cy="1083266"/>
          </a:xfrm>
        </p:spPr>
        <p:txBody>
          <a:bodyPr/>
          <a:lstStyle/>
          <a:p>
            <a:r>
              <a:rPr lang="en-US" sz="3600" dirty="0"/>
              <a:t>Parallelization for Speed</a:t>
            </a:r>
            <a:endParaRPr lang="en-US" sz="3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4E1F7-DCCE-582E-E338-E47B410E0D5D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43612EB-8AEF-AF6B-AD03-FA69DE33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357702" y="5625088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EF2714-EE11-9CBA-1327-B453C789B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69" y="747412"/>
            <a:ext cx="10259857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28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84511-13E9-0DB2-6F96-C7BC0207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3C0304-824F-5B4C-E9CA-472D55656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6" y="84632"/>
            <a:ext cx="11177725" cy="1083266"/>
          </a:xfrm>
        </p:spPr>
        <p:txBody>
          <a:bodyPr/>
          <a:lstStyle/>
          <a:p>
            <a:r>
              <a:rPr lang="en-US" sz="3600" dirty="0"/>
              <a:t>Modular: Add/Swap out components</a:t>
            </a:r>
            <a:endParaRPr lang="en-US" sz="3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5AFFC-B5F3-56BE-0038-B1780D582F1C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19C9213-0159-1920-CF4F-8468372C7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48471" y="-1424200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822C7F-9407-4150-AF5E-F8538A769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1" y="747412"/>
            <a:ext cx="10231278" cy="581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75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presentation light - tm89027928_Win22_jx_v15" id="{E4F720B1-AC3A-441F-B00A-6ECF71D2AB0C}" vid="{71933BEE-9DD7-4D62-B50F-A654080E9C9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F156100-9533-4411-B0C0-FA18F914F7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6A4D1D3-B327-4D60-927D-26045FF4A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C81503-9DEF-42F3-A99B-D5E0223E195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2358</TotalTime>
  <Words>20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等线</vt:lpstr>
      <vt:lpstr>Abadi</vt:lpstr>
      <vt:lpstr>Arial</vt:lpstr>
      <vt:lpstr>Calibri</vt:lpstr>
      <vt:lpstr>Posterama Text Black</vt:lpstr>
      <vt:lpstr>Posterama Text SemiBold</vt:lpstr>
      <vt:lpstr>Office 主题​​</vt:lpstr>
      <vt:lpstr>PowerPoint Presentation</vt:lpstr>
      <vt:lpstr>Compare Model Performance with and without Agents</vt:lpstr>
      <vt:lpstr>Parallelization for Speed</vt:lpstr>
      <vt:lpstr>Modular: Add/Swap out components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Arnab Das</dc:creator>
  <cp:lastModifiedBy>Arnab Das</cp:lastModifiedBy>
  <cp:revision>145</cp:revision>
  <dcterms:created xsi:type="dcterms:W3CDTF">2024-08-09T17:51:35Z</dcterms:created>
  <dcterms:modified xsi:type="dcterms:W3CDTF">2026-01-31T22:53:44Z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